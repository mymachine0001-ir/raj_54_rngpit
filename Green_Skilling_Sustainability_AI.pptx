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34" autoAdjust="0"/>
  </p:normalViewPr>
  <p:slideViewPr>
    <p:cSldViewPr snapToGrid="0" snapToObjects="1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4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presentation topic: Green Skilling, Sustainability, and AI. Mention this is a college project connecting environmental awareness with emerging technology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briefly: name, enrollment number, branch, college, and semester. Share a short personal note on why AI and sustainability interest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themes from the learning links: SDG 17, green data centres, government sustainability initiatives, renewable energy, and AI applications for environmental protection. Keep each point brief — one sentence per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SDG 17 is officially 'Partnerships for the Goals' (not 'Reduced Inequalities', which is SDG 10). Explain why partnerships matter, give a real-world example of collaboration, and describe how AI-powered data sharing helps different stakeholders work together more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data centres use so much energy, then describe the shift toward green data centres, renewable power, AI-optimized cooling, and lower carbon emissions as seen in the documentaries.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key government initiatives related to sustainability and technology: Digital India, Smart Cities Mission, renewable energy missions, and environmental conservation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box with your actual activity screenshots. Add a one-line caption describing what each screenshot demonstrates.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green skilling, explain why it matters for future careers, and walk through the five examples: renewable energy, EVs, waste management, sustainable agriculture, and AI-based environmental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sustainability and explain the three pillars — environmental, social, and economic — then connect it to why it matters for future generations and simple everyday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 balanced view: AI offers powerful sustainability benefits like smart agriculture and climate prediction, but also carries real costs — energy use, emissions, e-waste, and water consumption — which is why responsible AI development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EcoVision AI: the problem it solves, its objectives, the technology stack (Python, ML, computer vision, IoT, cloud), key features, and its expected impact on sustainability and relevant SDGs.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Be ready to discuss SDG 17, green data centres, or the EcoVision AI capstone project in more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10" Type="http://schemas.openxmlformats.org/officeDocument/2006/relationships/image" Target="../media/image1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5" Type="http://schemas.openxmlformats.org/officeDocument/2006/relationships/image" Target="../media/image32.png"/><Relationship Id="rId10" Type="http://schemas.openxmlformats.org/officeDocument/2006/relationships/image" Target="../media/image19.png"/><Relationship Id="rId4" Type="http://schemas.openxmlformats.org/officeDocument/2006/relationships/image" Target="../media/image36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TOWARD A GREENER, SMARTER FUTURE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94360" y="1536192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Skilling,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&amp; AI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1" descr="/home/claude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64992"/>
            <a:ext cx="219456" cy="21945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8" name="Image 2" descr="/home/claude/icons/c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3364992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8308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 •  Renewable Energy  •  Artificial Intelligence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94360" y="3977640"/>
            <a:ext cx="7955280" cy="914400"/>
          </a:xfrm>
          <a:prstGeom prst="roundRect">
            <a:avLst>
              <a:gd name="adj" fmla="val 10000"/>
            </a:avLst>
          </a:prstGeom>
          <a:solidFill>
            <a:srgbClr val="2C363B"/>
          </a:solidFill>
          <a:ln/>
        </p:spPr>
      </p:sp>
      <p:sp>
        <p:nvSpPr>
          <p:cNvPr id="11" name="Text 6"/>
          <p:cNvSpPr/>
          <p:nvPr/>
        </p:nvSpPr>
        <p:spPr>
          <a:xfrm>
            <a:off x="868680" y="40965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
</a:t>
            </a:r>
            <a:endParaRPr lang="en-US" sz="100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Lad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246120" y="40965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
</a:t>
            </a:r>
            <a:endParaRPr lang="en-US" sz="100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240840131054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806440" y="4096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
</a:t>
            </a:r>
            <a:endParaRPr lang="en-US" sz="100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68680" y="45811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R.N.G Patel Institute of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554480"/>
            <a:ext cx="1097280" cy="10972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80136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 Lad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493008"/>
            <a:ext cx="2011680" cy="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639312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</a:t>
            </a: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role in building a </a:t>
            </a:r>
            <a:r>
              <a:rPr lang="en-US" sz="115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future</a:t>
            </a: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our planet.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5374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1453896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1" descr="/home/claude/icons/idc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15727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380744"/>
            <a:ext cx="1623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14800" y="1618488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240840131054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9340" y="1234440"/>
            <a:ext cx="25374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13932" y="1453896"/>
            <a:ext cx="475488" cy="47548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8" name="Image 2" descr="/home/claude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5727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26580" y="1380744"/>
            <a:ext cx="1623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/ STREAM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926580" y="1618488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337560" y="2286000"/>
            <a:ext cx="25374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02152" y="2505456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3" name="Image 3" descr="/home/claude/icons/univers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262432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114800" y="2432304"/>
            <a:ext cx="1623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114800" y="2670048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R.N.G Patel Institute of Technology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149340" y="2286000"/>
            <a:ext cx="25374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13932" y="2505456"/>
            <a:ext cx="475488" cy="47548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8" name="Image 4" descr="/home/claude/icons/calend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262432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26580" y="2432304"/>
            <a:ext cx="1623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926580" y="2670048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current academic year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37560" y="33375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66160" y="3566160"/>
            <a:ext cx="457200" cy="457200"/>
          </a:xfrm>
          <a:prstGeom prst="ellipse">
            <a:avLst/>
          </a:prstGeom>
          <a:solidFill>
            <a:srgbClr val="E7F3E8"/>
          </a:solidFill>
          <a:ln/>
        </p:spPr>
      </p:sp>
      <p:pic>
        <p:nvPicPr>
          <p:cNvPr id="33" name="Image 5" descr="/home/claude/icons/leaf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367588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160520" y="3547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&amp; Sustainability?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566160" y="38587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Computer Science student exploring how technology can protect the environment. I'm keen to build AI-driven solutions — from smart monitoring systems to data-driven decision tools — that support a cleaner, more sustainable world.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0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I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35608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icons/hand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727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30552"/>
            <a:ext cx="218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404872"/>
            <a:ext cx="218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collaboration driving global sustainability goals.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76600" y="123444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7768" y="1435608"/>
            <a:ext cx="566928" cy="56692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1" name="Image 1" descr="/home/claude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928" y="15727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7768" y="2130552"/>
            <a:ext cx="218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Data Centres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7768" y="2404872"/>
            <a:ext cx="218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Energy-efficient, eco-friendly digital infrastructure.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96000" y="123444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7168" y="1435608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/home/claude/icons/land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328" y="15727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7168" y="2130552"/>
            <a:ext cx="218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Initiatives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97168" y="2404872"/>
            <a:ext cx="218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policies and missions promoting a greener India.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172968"/>
            <a:ext cx="566928" cy="56692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1" name="Image 3" descr="/home/claude/icons/sol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3101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3867912"/>
            <a:ext cx="218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" y="4142232"/>
            <a:ext cx="218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wind &amp; clean power replacing fossil fuels.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76600" y="297180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7768" y="3172968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6" name="Image 4" descr="/home/claude/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928" y="331012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77768" y="3867912"/>
            <a:ext cx="218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Environment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7768" y="4142232"/>
            <a:ext cx="218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applications that monitor and protect nature.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96000" y="2971800"/>
            <a:ext cx="2590800" cy="1554480"/>
          </a:xfrm>
          <a:prstGeom prst="roundRect">
            <a:avLst>
              <a:gd name="adj" fmla="val 4706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096000" y="3136392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31" name="Text 24"/>
          <p:cNvSpPr/>
          <p:nvPr/>
        </p:nvSpPr>
        <p:spPr>
          <a:xfrm>
            <a:off x="6278880" y="3904488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7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Areas Explored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27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FAVORITE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17 – Partnerships for the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37474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00200"/>
            <a:ext cx="1463040" cy="1463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600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Goals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224528"/>
            <a:ext cx="1600200" cy="0"/>
          </a:xfrm>
          <a:prstGeom prst="line">
            <a:avLst/>
          </a:prstGeom>
          <a:noFill/>
          <a:ln w="12700">
            <a:solidFill>
              <a:srgbClr val="3E4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43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my favorite — it connects every other goal through collaboration.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123444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490472"/>
            <a:ext cx="566928" cy="56692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3" name="Image 0" descr="/home/claude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2763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26280" y="1362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26280" y="163677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nation, company, or individual can solve climate change, poverty, or pollution alone. SDG 17 unites governments, businesses, and citizens toward shared sustainability targets.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450592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94760" y="2706624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1" descr="/home/claude/icons/handsh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843784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26280" y="2578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in Action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26280" y="28529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Cross-sector partnerships pool funding, technology, and expertise — accelerating progress on clean energy, education, and equitable growth far faster than isolated efforts.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11880" y="3666744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94760" y="3922776"/>
            <a:ext cx="566928" cy="56692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3" name="Image 2" descr="/home/claude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405993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2628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Strengthens SDG 17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26280" y="40690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real-time data sharing, predictive analytics, and transparent monitoring — helping partners coordinate resources and track progress toward inclusive, sustainable development.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3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Data Centre Documentaries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017520" cy="3566160"/>
          </a:xfrm>
          <a:prstGeom prst="roundRect">
            <a:avLst>
              <a:gd name="adj" fmla="val 2424"/>
            </a:avLst>
          </a:prstGeom>
          <a:solidFill>
            <a:srgbClr val="37474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600200"/>
            <a:ext cx="1005840" cy="100584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6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1837944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Infrastructure</a:t>
            </a:r>
            <a:endParaRPr lang="en-US" sz="16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Energy Demand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40156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search, stream, and AI query runs on power-hungry servers — making data centres a key focus for sustainable computing.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1234440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77056" y="1335024"/>
            <a:ext cx="438912" cy="438912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1" name="Image 1" descr="/home/claude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12893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Centres Consume Energy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34840" y="152704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server operation, cooling systems, and 24/7 uptime demand massive electricity.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749040" y="1956816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77056" y="2057400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/home/claude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15798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4840" y="2011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Data Centres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434840" y="22494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facilities using efficient hardware and sustainable design to cut energy waste.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3749040" y="2679192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877056" y="2779776"/>
            <a:ext cx="438912" cy="438912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1" name="Image 3" descr="/home/claude/icons/sol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28803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34840" y="27340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Usage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434840" y="297180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data centres now run on solar and wind power instead of fossil fuels.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3749040" y="3401568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877056" y="3502152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6" name="Image 4" descr="/home/claude/icons/snow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36027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3456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Cooling &amp; Power Optimization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434840" y="369417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cooling needs and adjusts power use in real time, reducing waste.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3749040" y="4123944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877056" y="4224528"/>
            <a:ext cx="438912" cy="438912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1" name="Image 5" descr="/home/claude/icons/smo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7640" y="432511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34840" y="41788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 Reduction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434840" y="44165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infrastructure and clean energy together shrink the carbon footprint of computing.</a:t>
            </a:r>
            <a:endParaRPr lang="en-US" sz="87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28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INITIATIVES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Government Websites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658368" cy="65836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6" name="Image 0" descr="/home/claude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8562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push for e-governance, digital literacy, and connected infrastructure across the country.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90472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1" descr="/home/claude/icons/c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760720" y="18562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development using technology for efficient energy, water, waste, and transport systems.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19272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/home/claude/icons/sol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4747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558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Missions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6850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like the National Solar Mission expanding clean, affordable power generation.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1" name="Image 3" descr="/home/claude/icons/tre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34747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3558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Conservation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760720" y="36850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Afforestation, pollution control, and biodiversity protection initiatives nationwide.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0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Screenshots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71700" y="16230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ECEFF1"/>
          </a:solidFill>
          <a:ln w="15875"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23660" y="16230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camer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7510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ECEFF1"/>
          </a:solidFill>
          <a:ln w="15875"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71700" y="35433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icons/camer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16" y="367131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315468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ECEFF1"/>
          </a:solidFill>
          <a:ln w="15875"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23660" y="35433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icons/camer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36713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16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61872"/>
            <a:ext cx="3784331" cy="162763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61" y="1135642"/>
            <a:ext cx="3977640" cy="174471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10" y="3139616"/>
            <a:ext cx="3821421" cy="167012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59" y="3108959"/>
            <a:ext cx="3977641" cy="1700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Green Skilling?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0817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361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</a:t>
            </a: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people with the knowledge and technical skills needed for jobs that protect, restore, or sustain the environment — from clean energy to eco-conscious technology.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7F3E8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24688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/home/claude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578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" y="28163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workforce to meet climate goals, drive green innovation, and reduce environmental impact across every industry.</a:t>
            </a:r>
            <a:endParaRPr lang="en-US" sz="1020" dirty="0"/>
          </a:p>
        </p:txBody>
      </p:sp>
      <p:sp>
        <p:nvSpPr>
          <p:cNvPr id="13" name="Shape 9"/>
          <p:cNvSpPr/>
          <p:nvPr/>
        </p:nvSpPr>
        <p:spPr>
          <a:xfrm>
            <a:off x="4617720" y="2286000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/>
        </p:spPr>
      </p:sp>
      <p:sp>
        <p:nvSpPr>
          <p:cNvPr id="14" name="Shape 10"/>
          <p:cNvSpPr/>
          <p:nvPr/>
        </p:nvSpPr>
        <p:spPr>
          <a:xfrm>
            <a:off x="4818888" y="2468880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5" name="Image 2" descr="/home/claude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5786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67528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18888" y="28163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roles in renewable energy, sustainable manufacturing, environmental data science, and green consulting.</a:t>
            </a:r>
            <a:endParaRPr lang="en-US" sz="1020" dirty="0"/>
          </a:p>
        </p:txBody>
      </p:sp>
      <p:sp>
        <p:nvSpPr>
          <p:cNvPr id="18" name="Text 13"/>
          <p:cNvSpPr/>
          <p:nvPr/>
        </p:nvSpPr>
        <p:spPr>
          <a:xfrm>
            <a:off x="45720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005072"/>
            <a:ext cx="157276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" y="4133088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1" name="Image 3" descr="/home/claude/icons/sol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251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8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70" dirty="0"/>
          </a:p>
        </p:txBody>
      </p:sp>
      <p:sp>
        <p:nvSpPr>
          <p:cNvPr id="23" name="Shape 17"/>
          <p:cNvSpPr/>
          <p:nvPr/>
        </p:nvSpPr>
        <p:spPr>
          <a:xfrm>
            <a:off x="2153412" y="4005072"/>
            <a:ext cx="157276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683764" y="4133088"/>
            <a:ext cx="512064" cy="512064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5" name="Image 4" descr="/home/claude/icons/c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636" y="42519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8276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8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870" dirty="0"/>
          </a:p>
        </p:txBody>
      </p:sp>
      <p:sp>
        <p:nvSpPr>
          <p:cNvPr id="27" name="Shape 20"/>
          <p:cNvSpPr/>
          <p:nvPr/>
        </p:nvSpPr>
        <p:spPr>
          <a:xfrm>
            <a:off x="3849624" y="4005072"/>
            <a:ext cx="157276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379976" y="4133088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9" name="Image 5" descr="/home/claude/icons/recy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42519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0448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8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70" dirty="0"/>
          </a:p>
        </p:txBody>
      </p:sp>
      <p:sp>
        <p:nvSpPr>
          <p:cNvPr id="31" name="Shape 23"/>
          <p:cNvSpPr/>
          <p:nvPr/>
        </p:nvSpPr>
        <p:spPr>
          <a:xfrm>
            <a:off x="5545836" y="4005072"/>
            <a:ext cx="157276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076188" y="4133088"/>
            <a:ext cx="512064" cy="512064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3" name="Image 6" descr="/home/claude/icons/tracto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5060" y="425196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00700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8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870" dirty="0"/>
          </a:p>
        </p:txBody>
      </p:sp>
      <p:sp>
        <p:nvSpPr>
          <p:cNvPr id="35" name="Shape 26"/>
          <p:cNvSpPr/>
          <p:nvPr/>
        </p:nvSpPr>
        <p:spPr>
          <a:xfrm>
            <a:off x="7242048" y="4005072"/>
            <a:ext cx="157276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772400" y="4133088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7" name="Image 7" descr="/home/claude/icons/robo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272" y="425196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96912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Environmental</a:t>
            </a:r>
            <a:endParaRPr lang="en-US" sz="8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870" dirty="0"/>
          </a:p>
        </p:txBody>
      </p:sp>
      <p:sp>
        <p:nvSpPr>
          <p:cNvPr id="39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1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Sustainability?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62456"/>
            <a:ext cx="512064" cy="512064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6" name="Image 0" descr="/home/claude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13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3167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</a:t>
            </a: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the needs of the present without compromising the ability of future generations to meet their own needs.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49324" y="2359152"/>
            <a:ext cx="621792" cy="62179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/home/claude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28" y="250545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035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1792" y="32918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ecosystems, biodiversity, air, and water for the long term.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68980" y="2194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61104" y="2359152"/>
            <a:ext cx="621792" cy="621792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5" name="Image 2" descr="/home/claude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25054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60420" y="3035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33572" y="32918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equity, wellbeing, and quality of life for all communities.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080760" y="2194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72884" y="2359152"/>
            <a:ext cx="621792" cy="621792"/>
          </a:xfrm>
          <a:prstGeom prst="ellipse">
            <a:avLst/>
          </a:prstGeom>
          <a:solidFill>
            <a:srgbClr val="607D8B"/>
          </a:solidFill>
          <a:ln/>
        </p:spPr>
      </p:sp>
      <p:pic>
        <p:nvPicPr>
          <p:cNvPr id="20" name="Image 3" descr="/home/claude/icons/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188" y="250545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72200" y="3035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45352" y="32918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growth that is resource-efficient and viable long-term.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379476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E7F3E8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the Future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41879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resources, climate, and opportunity so future generations inherit a livable, thriving planet.</a:t>
            </a:r>
            <a:endParaRPr lang="en-US" sz="970" dirty="0"/>
          </a:p>
        </p:txBody>
      </p:sp>
      <p:sp>
        <p:nvSpPr>
          <p:cNvPr id="26" name="Shape 20"/>
          <p:cNvSpPr/>
          <p:nvPr/>
        </p:nvSpPr>
        <p:spPr>
          <a:xfrm>
            <a:off x="4663440" y="379476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E3F2FD"/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Sustainable Practices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46320" y="41879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energy and water, reducing waste, recycling, and choosing eco-friendly transport and products.</a:t>
            </a:r>
            <a:endParaRPr lang="en-US" sz="970" dirty="0"/>
          </a:p>
        </p:txBody>
      </p:sp>
      <p:sp>
        <p:nvSpPr>
          <p:cNvPr id="29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5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– Benefits &amp; Challenges for Sustainability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7F3E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/home/claude/icons/trac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24228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7099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– precision crop &amp; resource management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85800" y="222199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/home/claude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2308860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prediction – forecasting extreme weather events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/home/claude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279349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26791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segregation – automated sorting &amp; recycling</a:t>
            </a:r>
            <a:endParaRPr lang="en-US" sz="930" dirty="0"/>
          </a:p>
        </p:txBody>
      </p:sp>
      <p:sp>
        <p:nvSpPr>
          <p:cNvPr id="15" name="Shape 10"/>
          <p:cNvSpPr/>
          <p:nvPr/>
        </p:nvSpPr>
        <p:spPr>
          <a:xfrm>
            <a:off x="685800" y="3191256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3" descr="/home/claude/icons/bolt2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3278124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31638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optimization – smarter grids &amp; consumption</a:t>
            </a:r>
            <a:endParaRPr lang="en-US" sz="930" dirty="0"/>
          </a:p>
        </p:txBody>
      </p:sp>
      <p:sp>
        <p:nvSpPr>
          <p:cNvPr id="18" name="Shape 12"/>
          <p:cNvSpPr/>
          <p:nvPr/>
        </p:nvSpPr>
        <p:spPr>
          <a:xfrm>
            <a:off x="685800" y="367588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9" name="Image 4" descr="/home/claude/icons/wa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" y="3762756"/>
            <a:ext cx="192024" cy="1920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0432" y="36484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 – leak detection &amp; conservation</a:t>
            </a:r>
            <a:endParaRPr lang="en-US" sz="930" dirty="0"/>
          </a:p>
        </p:txBody>
      </p:sp>
      <p:sp>
        <p:nvSpPr>
          <p:cNvPr id="21" name="Shape 14"/>
          <p:cNvSpPr/>
          <p:nvPr/>
        </p:nvSpPr>
        <p:spPr>
          <a:xfrm>
            <a:off x="685800" y="41605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2" name="Image 5" descr="/home/claude/icons/tre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247388"/>
            <a:ext cx="192024" cy="1920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70432" y="4133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monitoring – satellite-based deforestation alerts</a:t>
            </a:r>
            <a:endParaRPr lang="en-US" sz="930" dirty="0"/>
          </a:p>
        </p:txBody>
      </p:sp>
      <p:sp>
        <p:nvSpPr>
          <p:cNvPr id="24" name="Shape 16"/>
          <p:cNvSpPr/>
          <p:nvPr/>
        </p:nvSpPr>
        <p:spPr>
          <a:xfrm>
            <a:off x="466344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37474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48920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892040" y="1737360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7" name="Image 6" descr="/home/claude/icons/bo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8908" y="1824228"/>
            <a:ext cx="192024" cy="19202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76672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consumption of large AI models</a:t>
            </a:r>
            <a:endParaRPr lang="en-US" sz="930" dirty="0"/>
          </a:p>
        </p:txBody>
      </p:sp>
      <p:sp>
        <p:nvSpPr>
          <p:cNvPr id="29" name="Shape 20"/>
          <p:cNvSpPr/>
          <p:nvPr/>
        </p:nvSpPr>
        <p:spPr>
          <a:xfrm>
            <a:off x="4892040" y="2304288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0" name="Image 7" descr="/home/claude/icons/smog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8908" y="2391156"/>
            <a:ext cx="192024" cy="19202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76672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emissions contributing to carbon output</a:t>
            </a:r>
            <a:endParaRPr lang="en-US" sz="930" dirty="0"/>
          </a:p>
        </p:txBody>
      </p:sp>
      <p:sp>
        <p:nvSpPr>
          <p:cNvPr id="32" name="Shape 22"/>
          <p:cNvSpPr/>
          <p:nvPr/>
        </p:nvSpPr>
        <p:spPr>
          <a:xfrm>
            <a:off x="4892040" y="2871216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3" name="Image 8" descr="/home/claude/icons/trash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8908" y="2958084"/>
            <a:ext cx="192024" cy="19202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76672" y="2825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waste from constant hardware upgrades</a:t>
            </a:r>
            <a:endParaRPr lang="en-US" sz="930" dirty="0"/>
          </a:p>
        </p:txBody>
      </p:sp>
      <p:sp>
        <p:nvSpPr>
          <p:cNvPr id="35" name="Shape 24"/>
          <p:cNvSpPr/>
          <p:nvPr/>
        </p:nvSpPr>
        <p:spPr>
          <a:xfrm>
            <a:off x="4892040" y="3438144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6" name="Image 9" descr="/home/claude/icons/tin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8908" y="3525012"/>
            <a:ext cx="192024" cy="19202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76672" y="3392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water usage for server cooling systems</a:t>
            </a:r>
            <a:endParaRPr lang="en-US" sz="930" dirty="0"/>
          </a:p>
        </p:txBody>
      </p:sp>
      <p:sp>
        <p:nvSpPr>
          <p:cNvPr id="38" name="Shape 26"/>
          <p:cNvSpPr/>
          <p:nvPr/>
        </p:nvSpPr>
        <p:spPr>
          <a:xfrm>
            <a:off x="4892040" y="4005072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9" name="Image 10" descr="/home/claude/icons/shield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8908" y="4091940"/>
            <a:ext cx="192024" cy="192024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76672" y="3959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responsible, transparent, and ethical AI</a:t>
            </a:r>
            <a:endParaRPr lang="en-US" sz="930" dirty="0"/>
          </a:p>
        </p:txBody>
      </p:sp>
      <p:sp>
        <p:nvSpPr>
          <p:cNvPr id="41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42" name="Shape 29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3" name="Text 30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EcoVision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Environmental Monitoring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08760"/>
            <a:ext cx="411480" cy="41148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7" name="Image 0" descr="/home/claude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6047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1810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pollution and resource strain make real-time, data-driven environmental monitoring essential for timely, informed action.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457200" y="2496312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" y="2633472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/home/claude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72948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21792" y="2926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air &amp; environmental quality in real time</a:t>
            </a:r>
            <a:endParaRPr lang="en-US" sz="880" dirty="0"/>
          </a:p>
          <a:p>
            <a:pPr marL="342900" indent="-3429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waste classification using computer vision</a:t>
            </a:r>
            <a:endParaRPr lang="en-US" sz="880" dirty="0"/>
          </a:p>
          <a:p>
            <a:pPr marL="342900" indent="-3429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pollution trends with machine learning</a:t>
            </a:r>
            <a:endParaRPr lang="en-US" sz="880" dirty="0"/>
          </a:p>
          <a:p>
            <a:pPr marL="342900" indent="-3429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carbon footprint &amp; impact data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461772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17720" y="1627632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7" name="Image 2" descr="/home/claude/icons/lapto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7556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44568" y="2203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60" dirty="0"/>
          </a:p>
        </p:txBody>
      </p:sp>
      <p:sp>
        <p:nvSpPr>
          <p:cNvPr id="19" name="Shape 14"/>
          <p:cNvSpPr/>
          <p:nvPr/>
        </p:nvSpPr>
        <p:spPr>
          <a:xfrm>
            <a:off x="5440680" y="162763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3" descr="/home/claude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75564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67528" y="2203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7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60" dirty="0"/>
          </a:p>
        </p:txBody>
      </p:sp>
      <p:sp>
        <p:nvSpPr>
          <p:cNvPr id="22" name="Shape 16"/>
          <p:cNvSpPr/>
          <p:nvPr/>
        </p:nvSpPr>
        <p:spPr>
          <a:xfrm>
            <a:off x="6263640" y="1627632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3" name="Image 4" descr="/home/claude/icons/camera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175564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90488" y="2203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7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60" dirty="0"/>
          </a:p>
        </p:txBody>
      </p:sp>
      <p:sp>
        <p:nvSpPr>
          <p:cNvPr id="25" name="Shape 18"/>
          <p:cNvSpPr/>
          <p:nvPr/>
        </p:nvSpPr>
        <p:spPr>
          <a:xfrm>
            <a:off x="7086600" y="162763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6" name="Image 5" descr="/home/claude/icons/networ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175564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13448" y="2203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760" dirty="0"/>
          </a:p>
        </p:txBody>
      </p:sp>
      <p:sp>
        <p:nvSpPr>
          <p:cNvPr id="28" name="Shape 20"/>
          <p:cNvSpPr/>
          <p:nvPr/>
        </p:nvSpPr>
        <p:spPr>
          <a:xfrm>
            <a:off x="7909560" y="1627632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9" name="Image 6" descr="/home/claude/icons/clou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576" y="175564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836408" y="2203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60" dirty="0"/>
          </a:p>
        </p:txBody>
      </p:sp>
      <p:sp>
        <p:nvSpPr>
          <p:cNvPr id="31" name="Text 22"/>
          <p:cNvSpPr/>
          <p:nvPr/>
        </p:nvSpPr>
        <p:spPr>
          <a:xfrm>
            <a:off x="4617720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617720" y="265176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33" name="Shape 24"/>
          <p:cNvSpPr/>
          <p:nvPr/>
        </p:nvSpPr>
        <p:spPr>
          <a:xfrm>
            <a:off x="4690872" y="2724912"/>
            <a:ext cx="274320" cy="2743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4" name="Image 7" descr="/home/claude/icons/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736" y="2779776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29200" y="265176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monitoring</a:t>
            </a:r>
            <a:endParaRPr lang="en-US" sz="830" dirty="0"/>
          </a:p>
        </p:txBody>
      </p:sp>
      <p:sp>
        <p:nvSpPr>
          <p:cNvPr id="36" name="Shape 26"/>
          <p:cNvSpPr/>
          <p:nvPr/>
        </p:nvSpPr>
        <p:spPr>
          <a:xfrm>
            <a:off x="6693408" y="265176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37" name="Shape 27"/>
          <p:cNvSpPr/>
          <p:nvPr/>
        </p:nvSpPr>
        <p:spPr>
          <a:xfrm>
            <a:off x="6766560" y="2724912"/>
            <a:ext cx="274320" cy="2743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8" name="Image 8" descr="/home/claude/icons/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1424" y="2779776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04888" y="265176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classification</a:t>
            </a:r>
            <a:endParaRPr lang="en-US" sz="830" dirty="0"/>
          </a:p>
        </p:txBody>
      </p:sp>
      <p:sp>
        <p:nvSpPr>
          <p:cNvPr id="40" name="Shape 29"/>
          <p:cNvSpPr/>
          <p:nvPr/>
        </p:nvSpPr>
        <p:spPr>
          <a:xfrm>
            <a:off x="4617720" y="3163824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41" name="Shape 30"/>
          <p:cNvSpPr/>
          <p:nvPr/>
        </p:nvSpPr>
        <p:spPr>
          <a:xfrm>
            <a:off x="4690872" y="3236976"/>
            <a:ext cx="274320" cy="2743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42" name="Image 9" descr="/home/claude/icons/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736" y="3291840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29200" y="31638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prediction</a:t>
            </a:r>
            <a:endParaRPr lang="en-US" sz="830" dirty="0"/>
          </a:p>
        </p:txBody>
      </p:sp>
      <p:sp>
        <p:nvSpPr>
          <p:cNvPr id="44" name="Shape 32"/>
          <p:cNvSpPr/>
          <p:nvPr/>
        </p:nvSpPr>
        <p:spPr>
          <a:xfrm>
            <a:off x="6693408" y="3163824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45" name="Shape 33"/>
          <p:cNvSpPr/>
          <p:nvPr/>
        </p:nvSpPr>
        <p:spPr>
          <a:xfrm>
            <a:off x="6766560" y="3236976"/>
            <a:ext cx="274320" cy="2743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46" name="Image 10" descr="/home/claude/icons/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1424" y="3291840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104888" y="316382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dashboard</a:t>
            </a:r>
            <a:endParaRPr lang="en-US" sz="830" dirty="0"/>
          </a:p>
        </p:txBody>
      </p:sp>
      <p:sp>
        <p:nvSpPr>
          <p:cNvPr id="48" name="Shape 35"/>
          <p:cNvSpPr/>
          <p:nvPr/>
        </p:nvSpPr>
        <p:spPr>
          <a:xfrm>
            <a:off x="4617720" y="3675888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49" name="Shape 36"/>
          <p:cNvSpPr/>
          <p:nvPr/>
        </p:nvSpPr>
        <p:spPr>
          <a:xfrm>
            <a:off x="4690872" y="3749040"/>
            <a:ext cx="274320" cy="2743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50" name="Image 11" descr="/home/claude/icons/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736" y="3803904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029200" y="36758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</a:t>
            </a:r>
            <a:endParaRPr lang="en-US" sz="830" dirty="0"/>
          </a:p>
        </p:txBody>
      </p:sp>
      <p:sp>
        <p:nvSpPr>
          <p:cNvPr id="52" name="Shape 38"/>
          <p:cNvSpPr/>
          <p:nvPr/>
        </p:nvSpPr>
        <p:spPr>
          <a:xfrm>
            <a:off x="461772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1B1B1B">
                <a:alpha val="12000"/>
              </a:srgbClr>
            </a:outerShdw>
          </a:effectLst>
        </p:spPr>
      </p:sp>
      <p:sp>
        <p:nvSpPr>
          <p:cNvPr id="53" name="Text 39"/>
          <p:cNvSpPr/>
          <p:nvPr/>
        </p:nvSpPr>
        <p:spPr>
          <a:xfrm>
            <a:off x="4818888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54" name="Text 40"/>
          <p:cNvSpPr/>
          <p:nvPr/>
        </p:nvSpPr>
        <p:spPr>
          <a:xfrm>
            <a:off x="4818888" y="41605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7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communities with real-time environmental insight — directly advancing SDG 13 (Climate Action) and SDG 11 (Sustainable Cities).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850" dirty="0"/>
          </a:p>
        </p:txBody>
      </p:sp>
      <p:sp>
        <p:nvSpPr>
          <p:cNvPr id="56" name="Shape 42"/>
          <p:cNvSpPr/>
          <p:nvPr/>
        </p:nvSpPr>
        <p:spPr>
          <a:xfrm>
            <a:off x="8275320" y="484632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7" name="Text 43"/>
          <p:cNvSpPr/>
          <p:nvPr/>
        </p:nvSpPr>
        <p:spPr>
          <a:xfrm>
            <a:off x="82753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losing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69080" y="86868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4" name="Image 1" descr="/home/claude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106424"/>
            <a:ext cx="530352" cy="530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931920" y="3429000"/>
            <a:ext cx="1280160" cy="0"/>
          </a:xfrm>
          <a:prstGeom prst="line">
            <a:avLst/>
          </a:prstGeom>
          <a:noFill/>
          <a:ln w="12700">
            <a:solidFill>
              <a:srgbClr val="44515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Lad  •  B.Tech Computer Science  •  R.N.G Patel Institute of Technology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80460" y="41148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2" descr="/home/claude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332" y="4233672"/>
            <a:ext cx="265176" cy="2651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20540" y="4114800"/>
            <a:ext cx="502920" cy="5029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2" name="Image 3" descr="/home/claude/icons/c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412" y="4233672"/>
            <a:ext cx="265176" cy="26517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960620" y="41148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4" descr="/home/claude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92" y="4233672"/>
            <a:ext cx="265176" cy="2651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C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1417</Words>
  <Application>Microsoft Office PowerPoint</Application>
  <PresentationFormat>On-screen Show 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Skilling, Sustainability &amp; AI</dc:title>
  <dc:subject>PptxGenJS Presentation</dc:subject>
  <dc:creator>Raj Lad</dc:creator>
  <cp:lastModifiedBy>RAJ</cp:lastModifiedBy>
  <cp:revision>3</cp:revision>
  <dcterms:created xsi:type="dcterms:W3CDTF">2026-07-08T07:50:36Z</dcterms:created>
  <dcterms:modified xsi:type="dcterms:W3CDTF">2026-07-08T09:33:09Z</dcterms:modified>
</cp:coreProperties>
</file>